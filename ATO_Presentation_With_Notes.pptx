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as ISSO and purpose of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SecureDocs does and why it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what is inside vs outside boundary for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system is Moderate (focus on data sensitivity).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controls were selected and tailored.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real controls implemented (MFA, ACAS, STIGs).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assessment findings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biggest risks in plain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POA&amp;M tracking and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 leadership on overall risk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Clearly recommend Conditional ATO with justification.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next steps and ongoing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ATO Briefing – SecureDocs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Presented by ISSO</a:t>
            </a:r>
          </a:p>
          <a:p>
            <a:r>
              <a:t>FIPS 199 Moderate System</a:t>
            </a:r>
          </a:p>
          <a:p>
            <a:r>
              <a:t>RMF Authorization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SecureDocs</a:t>
            </a:r>
          </a:p>
          <a:p>
            <a:r>
              <a:t>Cloud-hosted document system</a:t>
            </a:r>
          </a:p>
          <a:p>
            <a:r>
              <a:t>Handles sensitive but unclassified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Authorization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Inside: Web, DB, Log Server, Admin Workstation</a:t>
            </a:r>
          </a:p>
          <a:p>
            <a:r>
              <a:t>Outside: Internet, Email, Endpoints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Categorization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Confidentiality: Moderate</a:t>
            </a:r>
          </a:p>
          <a:p>
            <a:r>
              <a:t>Integrity: Moderate</a:t>
            </a:r>
          </a:p>
          <a:p>
            <a:r>
              <a:t>Availability: Low</a:t>
            </a:r>
          </a:p>
          <a:p>
            <a:r>
              <a:t>Overall: Moderate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NIST 800-53 Moderate baseline</a:t>
            </a:r>
          </a:p>
          <a:p>
            <a:r>
              <a:t>Supplemental + Tailored controls applied</a:t>
            </a:r>
          </a:p>
          <a:p>
            <a:r>
              <a:t>FedRAMP inheritance 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MFA enforced</a:t>
            </a:r>
          </a:p>
          <a:p>
            <a:r>
              <a:t>ACAS scanning</a:t>
            </a:r>
          </a:p>
          <a:p>
            <a:r>
              <a:t>STIG hardening</a:t>
            </a:r>
          </a:p>
          <a:p>
            <a:r>
              <a:t>SIEM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Critical, 3 High, 3 Medium findings</a:t>
            </a:r>
          </a:p>
          <a:p>
            <a:r>
              <a:t>Controls assessed via Examine, Interview, 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Missing patches (SI-2)</a:t>
            </a:r>
          </a:p>
          <a:p>
            <a:r>
              <a:t>Weak password policy (IA-5)</a:t>
            </a:r>
          </a:p>
          <a:p>
            <a:r>
              <a:t>Firewall misconfig (SC-7)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POA&amp;M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findings tracked</a:t>
            </a:r>
          </a:p>
          <a:p>
            <a:r>
              <a:t>Assigned owners</a:t>
            </a:r>
          </a:p>
          <a:p>
            <a:r>
              <a:t>Defined remediation timelines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Risk: Moderate</a:t>
            </a:r>
          </a:p>
          <a:p>
            <a:r>
              <a:t>Continuous monitoring in place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Authorization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Conditional ATO Recommended</a:t>
            </a:r>
          </a:p>
          <a:p>
            <a:r>
              <a:t>Pending remediation of critical/high findings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Remediate vulnerabilities</a:t>
            </a:r>
          </a:p>
          <a:p>
            <a:r>
              <a:t>Update POA&amp;M</a:t>
            </a:r>
          </a:p>
          <a:p>
            <a:r>
              <a:t>Maintain continuous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